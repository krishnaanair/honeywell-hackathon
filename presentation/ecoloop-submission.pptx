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repository: https://github.com/Krishnaanair/honeywell-hackathon</a:t>
            </a:r>
          </a:p>
          <a:p>
            <a:r>
              <a:t>- Project brief: docs/presentation-content.md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Project architecture: docs/architecture.md</a:t>
            </a:r>
          </a:p>
          <a:p>
            <a:pPr>
              <a:spcBef>
                <a:spcPct val="0"/>
              </a:spcBef>
              <a:buNone/>
            </a:pPr>
            <a:r>
              <a:t>- Control policy and candidate limits: docs/control-policy.md</a:t>
            </a:r>
          </a:p>
          <a:p>
            <a:pPr>
              <a:spcBef>
                <a:spcPct val="0"/>
              </a:spcBef>
              <a:buNone/>
            </a:pPr>
            <a:r>
              <a:t>- MCP Python SDK: https://github.com/modelcontextprotocol/python-sdk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EnergyPlus 26.1 Data Exchange API: https://energyplus.readthedocs.io/en/v26.1.0/datatransfer_8h.html</a:t>
            </a:r>
          </a:p>
          <a:p>
            <a:pPr>
              <a:spcBef>
                <a:spcPct val="0"/>
              </a:spcBef>
              <a:buNone/>
            </a:pPr>
            <a:r>
              <a:t>- MCP Python SDK and FastMCP: https://github.com/modelcontextprotocol/python-sdk</a:t>
            </a:r>
          </a:p>
          <a:p>
            <a:pPr>
              <a:spcBef>
                <a:spcPct val="0"/>
              </a:spcBef>
              <a:buNone/>
            </a:pPr>
            <a:r>
              <a:t>- Ollama tool calling: https://docs.ollama.com/capabilities/tool-calling</a:t>
            </a:r>
          </a:p>
          <a:p>
            <a:pPr>
              <a:spcBef>
                <a:spcPct val="0"/>
              </a:spcBef>
              <a:buNone/>
            </a:pPr>
            <a:r>
              <a:t>- Project architecture: docs/architecture.md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Project control policy: docs/control-policy.md</a:t>
            </a:r>
          </a:p>
          <a:p>
            <a:pPr>
              <a:spcBef>
                <a:spcPct val="0"/>
              </a:spcBef>
              <a:buNone/>
            </a:pPr>
            <a:r>
              <a:t>- Evaluation methodology: docs/methodology.md</a:t>
            </a:r>
          </a:p>
          <a:p>
            <a:pPr>
              <a:spcBef>
                <a:spcPct val="0"/>
              </a:spcBef>
              <a:buNone/>
            </a:pPr>
            <a:r>
              <a:t>- Known deployment boundaries: docs/limitations.md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Verified comparison artifact: results\comparison.json</a:t>
            </a:r>
          </a:p>
          <a:p>
            <a:pPr>
              <a:spcBef>
                <a:spcPct val="0"/>
              </a:spcBef>
              <a:buNone/>
            </a:pPr>
            <a:r>
              <a:t>- Comparison SHA-256: 7d9300f5c9c546ff4c239e70235a044b89ab51dfc0951811ee5bf8596f7a028a</a:t>
            </a:r>
          </a:p>
          <a:p>
            <a:pPr>
              <a:spcBef>
                <a:spcPct val="0"/>
              </a:spcBef>
              <a:buNone/>
            </a:pPr>
            <a:r>
              <a:t>- Baseline run: baseline-20260726T105124Z-4adce000</a:t>
            </a:r>
          </a:p>
          <a:p>
            <a:pPr>
              <a:spcBef>
                <a:spcPct val="0"/>
              </a:spcBef>
              <a:buNone/>
            </a:pPr>
            <a:r>
              <a:t>- Agent run: agent-20260726T130255Z-65de6a32</a:t>
            </a:r>
          </a:p>
          <a:p>
            <a:pPr>
              <a:spcBef>
                <a:spcPct val="0"/>
              </a:spcBef>
              <a:buNone/>
            </a:pPr>
            <a:r>
              <a:t>- Electricity saving: 100 * (baseline - agent) / baseline = -10.524230747996784%</a:t>
            </a:r>
          </a:p>
          <a:p>
            <a:pPr>
              <a:spcBef>
                <a:spcPct val="0"/>
              </a:spcBef>
              <a:buNone/>
            </a:pPr>
            <a:r>
              <a:t>- Comfort compliance change: (100 - agent violation) - (100 - baseline violation) = 22.538461538461533 percentage points</a:t>
            </a:r>
          </a:p>
          <a:p>
            <a:pPr>
              <a:spcBef>
                <a:spcPct val="0"/>
              </a:spcBef>
              <a:buNone/>
            </a:pPr>
            <a:r>
              <a:t>- Evaluation method and publication gate: docs/methodology.md; docs/results.md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EnergyPlus 26.1 API: https://energyplus.readthedocs.io/en/v26.1.0/datatransfer_8h.html</a:t>
            </a:r>
          </a:p>
          <a:p>
            <a:pPr>
              <a:spcBef>
                <a:spcPct val="0"/>
              </a:spcBef>
              <a:buNone/>
            </a:pPr>
            <a:r>
              <a:t>- EnergyPlus 26.1 release: https://github.com/NatLabRockies/EnergyPlus/releases/tag/v26.1.0</a:t>
            </a:r>
          </a:p>
          <a:p>
            <a:pPr>
              <a:spcBef>
                <a:spcPct val="0"/>
              </a:spcBef>
              <a:buNone/>
            </a:pPr>
            <a:r>
              <a:t>- MCP Python SDK: https://github.com/modelcontextprotocol/python-sdk</a:t>
            </a:r>
          </a:p>
          <a:p>
            <a:pPr>
              <a:spcBef>
                <a:spcPct val="0"/>
              </a:spcBef>
              <a:buNone/>
            </a:pPr>
            <a:r>
              <a:t>- Ollama tool calling: https://docs.ollama.com/capabilities/tool-calling</a:t>
            </a:r>
          </a:p>
          <a:p>
            <a:pPr>
              <a:spcBef>
                <a:spcPct val="0"/>
              </a:spcBef>
              <a:buNone/>
            </a:pPr>
            <a:r>
              <a:t>- Project methodology and limitations: docs/methodology.md; docs/limitations.md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070D9-4FBF-46A4-A5E1-DB148C36E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0AEDB-CFD3-4BDD-BF9F-753975153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7FFA6-3045-44F4-A6A1-B173446C43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3006C-8676-4264-AA42-C008C8F6EB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38EF0-6D7B-4F04-8E4B-DDA109556E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5D0A-331B-41AA-93AD-4AD29F13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F11B9-331D-4635-8A7C-759E0D2A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4339C-D0DC-4C08-B3C2-2EF8D7C0FE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33034-467E-44D6-9623-1DED33F5C4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D2B2B-9CF2-4B9D-AFD4-0A04EF241A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5342-1216-441D-94B8-1CA33DBB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29B6C-C098-412A-A039-ADE1EBF08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5FE56-B332-400A-B2E0-CDFC650319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32F1-2EA0-4497-B4CA-4EADB91051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A3BBE-C682-45FC-9378-726F12E6B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4258-56AF-4B48-810C-7FCEF5F1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A14E0-07D8-4D58-85A5-A8A8C2AB7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481F0-8F56-48CD-AB5A-9556C8377FB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DC718DB-116C-4BE7-8309-93B64543E4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7/26/2026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AF5815-FBD8-43FC-90C1-9F5568E663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447494E-C1B4-4E6A-AE6C-3C67B14300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C537-C35E-44F8-A002-B5C7F04F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84C96-FABD-45DE-8C03-768458917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FB5B1-1879-47EB-B8E4-B5CCE2AECA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75614-4AFF-4AB0-99D3-C49126DDB9F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C6C29-A5FA-4515-865C-DF59C4213FE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E68096-DDDE-4AEA-BA81-8772988BE4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7/26/2026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6B26136-B2B8-4273-A417-FE9C03AB4D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931AB5-8116-4A58-B159-AE58AA3009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1023-261D-45AC-AC9B-1EFB883F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9B1A067-5112-4683-91AA-65F48F3FC4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7/26/2026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605648-D9D9-47FE-B068-452E51F94A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8CEDE6-488B-4C29-ACE1-529CE9EDCC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8D185A1-D64A-4A46-B7DC-733AC289B3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7/26/2026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8F23293-FF52-4B3A-9ADA-9ADD1371F8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9C7732-1AB9-4A9F-95FD-9DEEB20EBE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F6C8-CDAD-4B31-A757-CA0A67B5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D794-88EF-4AD2-B638-B2A216E1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D6B0E-DB95-418C-93C0-967E48413CA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D88A3E-AF21-415C-AE29-9F8976F0CA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7/26/2026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27071E5-6A4D-47C1-AC78-B331D3E6A6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B22657-30E7-43F3-B5D0-8C5DAD35A3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1962-29C2-49FC-ADE1-475C1A09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F4959-F748-4E95-A77E-5D2C06EA1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206EC-CA62-4370-A36A-0837EB1A7A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AC8466E-E322-49DA-A264-3204B5A873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7/26/2026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4A054D6-4100-4BDC-9164-8C8AB632D1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8B760FB-5BD4-4F5B-ADEB-C041178C9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1E83-BBFD-46AB-9938-EFC7656F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19601-9480-4949-834A-32718CB18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76802-2261-44D5-B926-367470A847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59500-1C0E-460A-9DF7-D7A6418E7A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7F793-5A72-403F-9261-ABDBC2E57E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4E596-4D2E-4B9D-A11E-90BF080C9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033DD-FD5B-46A8-B2F2-EC0D13501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08FA-69FE-4F70-B4D2-EAF834BA02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21C7D-25F6-45C5-8207-585C13C66E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5468-F170-4857-8FCC-DBB29791FB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BA2214D-6727-405B-A805-31A270B5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46F0B62-EC25-4328-AE4B-ED90CDC30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0BCF2-D5F3-4557-BDCD-28080833AAB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7/26/2026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BF2EC-BA1E-4869-A61C-542F1BBCCE4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C02C2-741A-42C7-9E17-878C04F11CA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shnaanair/honeywell-hackath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EcoLoop | Building Agents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t>1</a:t>
            </a:fld>
            <a:endParaRPr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noGrp="1"/>
          </p:cNvSpPr>
          <p:nvPr/>
        </p:nvSpPr>
        <p:spPr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  <a:p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ECOLOOP BUILDING 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noGrp="1"/>
          </p:cNvSpPr>
          <p:nvPr/>
        </p:nvSpPr>
        <p:spPr>
          <a:xfrm>
            <a:off x="397274" y="1203454"/>
            <a:ext cx="592455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Problem: Static HVAC schedules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Solution: Guardrailed local control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Theme: Smart automation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Category: Software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Team: EcoLoop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Repository: </a:t>
            </a:r>
            <a:r>
              <a:rPr sz="2400" b="1">
                <a:latin typeface="Arial"/>
                <a:ea typeface="Arial"/>
                <a:cs typeface="Arial"/>
                <a:hlinkClick r:id="rId3"/>
              </a:rPr>
              <a:t>honeywell-hackathon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E1345004-420C-4811-9E4C-87C4CE9D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buNone/>
            </a:pPr>
            <a:br/>
            <a:r>
              <a:rPr sz="3600" b="1">
                <a:latin typeface="Times New Roman"/>
                <a:ea typeface="Times New Roman"/>
                <a:cs typeface="Times New Roman"/>
              </a:rPr>
              <a:t>LOCAL CHOICE. SAFE CONTROL.</a:t>
            </a: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CB98D3DE-D621-492B-89FF-A746B2B12EA8}"/>
              </a:ext>
            </a:extLst>
          </p:cNvPr>
          <p:cNvSpPr>
            <a:spLocks noGrp="1"/>
          </p:cNvSpPr>
          <p:nvPr/>
        </p:nvSpPr>
        <p:spPr>
          <a:xfrm>
            <a:off x="-1" y="2064921"/>
            <a:ext cx="12191999" cy="2834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3200" b="1" u="sng">
                <a:latin typeface="Arial"/>
                <a:ea typeface="Arial"/>
                <a:cs typeface="Arial"/>
              </a:rPr>
              <a:t>The model proposes; the safety layer decides</a:t>
            </a:r>
          </a:p>
          <a:p>
            <a:pPr marL="342900" indent="-342900">
              <a:buFont typeface="Arial"/>
              <a:buChar char="•"/>
            </a:pPr>
            <a:endParaRPr sz="3200" b="1" u="sng">
              <a:latin typeface="Arial"/>
              <a:ea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sz="3200" b="1" u="sng">
              <a:latin typeface="Arial"/>
              <a:ea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Sense: 15-minute telemetry becomes compact zone and building state.</a:t>
            </a:r>
          </a:p>
          <a:p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Choose: qwen3:8b uses real MCP tools to select a scored candidate.</a:t>
            </a:r>
          </a:p>
          <a:p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Act: validation clamps or rejects; only safe setpoints reach the next callback.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D7C84-142A-4564-8331-FBC305D8CE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62886B-682D-4503-966E-8C4224291DB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EcoLoop | Building Agents</a:t>
            </a:r>
          </a:p>
        </p:txBody>
      </p:sp>
    </p:spTree>
    <p:extLst>
      <p:ext uri="{BB962C8B-B14F-4D97-AF65-F5344CB8AC3E}">
        <p14:creationId xmlns:p14="http://schemas.microsoft.com/office/powerpoint/2010/main" val="114489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1AC0494-753F-46B9-8FB6-2118E7F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ONE AUDITABLE LOOP, END TO END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30F2D4CB-2857-4389-A0B6-A58AC1D6BAEA}"/>
              </a:ext>
            </a:extLst>
          </p:cNvPr>
          <p:cNvSpPr>
            <a:spLocks noGrp="1"/>
          </p:cNvSpPr>
          <p:nvPr/>
        </p:nvSpPr>
        <p:spPr>
          <a:xfrm>
            <a:off x="609600" y="2533653"/>
            <a:ext cx="9385300" cy="26517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Control: EnergyPlus 26.1 → SQLite WAL → MCP stdio → local Ollama → safety validator → thermostat schedules.</a:t>
            </a:r>
          </a:p>
          <a:p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Evidence: every proposal, clamp, action and later response is durable; EnergyPlus outputs verify energy, peak and comfort.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8D9D6-105E-41C4-882F-AA3F2ECAA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AF3CCB9-DEA4-452D-8372-CF30A3BA7A7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EcoLoop | Building Agents</a:t>
            </a:r>
          </a:p>
        </p:txBody>
      </p:sp>
    </p:spTree>
    <p:extLst>
      <p:ext uri="{BB962C8B-B14F-4D97-AF65-F5344CB8AC3E}">
        <p14:creationId xmlns:p14="http://schemas.microsoft.com/office/powerpoint/2010/main" val="22889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C33DADB9-9B47-4A8A-BDEC-7563D71B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SAFETY FAILS CLOSED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BDBF8193-F8F6-4882-91BF-C493EF6D727C}"/>
              </a:ext>
            </a:extLst>
          </p:cNvPr>
          <p:cNvSpPr>
            <a:spLocks noGrp="1"/>
          </p:cNvSpPr>
          <p:nvPr/>
        </p:nvSpPr>
        <p:spPr>
          <a:xfrm>
            <a:off x="609600" y="2533653"/>
            <a:ext cx="9385300" cy="3505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Feasible now: official five-zone heat-pump model, discovered capabilities and no cloud key.</a:t>
            </a:r>
          </a:p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Failure-safe: stale or unsupported actions are rejected; timeout uses bounded fallback; repeated failures open the breaker.</a:t>
            </a:r>
          </a:p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Honest scaling: matched inputs gate claims; BACnet/MQTT deployment requires commissioning and site safeties.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3440D-E121-46B2-BBA2-0F63EBCC13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6AB9A-5F9E-5F59-51AB-3C8734130965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cap="none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F7AA915-8344-4A54-BB36-4F687BE9D9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EcoLoop | Building Agents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EVIDENCE BEFORE CLAIMS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noGrp="1"/>
          </p:cNvSpPr>
          <p:nvPr/>
        </p:nvSpPr>
        <p:spPr>
          <a:xfrm>
            <a:off x="609600" y="2533653"/>
            <a:ext cx="9385300" cy="30784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Electricity 1,126.96 → 1,245.56 kWh: 10.52% higher (saving -10.52%).</a:t>
            </a:r>
          </a:p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Comfort compliance 67.77% → 90.31%: +22.54 pp; PMV compliance 94.62% → 97.46%.</a:t>
            </a:r>
          </a:p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HVAC 461.79 → 580.39 kWh; peak 23.01 → 24.23 kW (5.32% higher).</a:t>
            </a:r>
          </a:p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Audit: 170 decisions | 0 timeout attempts | 11 fallbacks.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cap="none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EcoLoop | Building Agents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BB70433-AF71-4830-95A8-CB25B24F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LIMITS DEFINE THE NEXT STEP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AE67D00D-E8FB-4FA1-B94D-773FB79817D2}"/>
              </a:ext>
            </a:extLst>
          </p:cNvPr>
          <p:cNvSpPr>
            <a:spLocks noGrp="1"/>
          </p:cNvSpPr>
          <p:nvPr/>
        </p:nvSpPr>
        <p:spPr>
          <a:xfrm>
            <a:off x="609600" y="2795263"/>
            <a:ext cx="9385300" cy="3505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Foundation: official EnergyPlus 26.1 Runtime API, MCP Python SDK/FastMCP and Ollama tool calling.</a:t>
            </a:r>
          </a:p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Evidence boundary: Chicago TMY3, one reference heat-pump building and configured PMV assumptions; CO2 is unavailable.</a:t>
            </a:r>
          </a:p>
          <a:p>
            <a:pPr marL="36" indent="-36">
              <a:spcBef>
                <a:spcPts val="0"/>
              </a:spcBef>
              <a:spcAft>
                <a:spcPts val="0"/>
              </a:spcAft>
              <a:buChar char="•"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 Next: reduce measured energy use without losing comfort, then commission a BACnet/MQTT adapter with site-level safeties.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90F05-05D5-4E04-A0D8-B31B269692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cap="none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ECE4C-6348-4DF9-B112-78E8F678D46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EcoLoop | Building Agents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Office PowerPoint</Application>
  <DocSecurity>0</DocSecurity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TradeGothic</vt:lpstr>
      <vt:lpstr>Office Theme</vt:lpstr>
      <vt:lpstr>PowerPoint Presentation</vt:lpstr>
      <vt:lpstr> LOCAL CHOICE. SAFE CONTROL.</vt:lpstr>
      <vt:lpstr>ONE AUDITABLE LOOP, END TO END</vt:lpstr>
      <vt:lpstr>SAFETY FAILS CLOSED</vt:lpstr>
      <vt:lpstr>EVIDENCE BEFORE CLAIMS</vt:lpstr>
      <vt:lpstr>LIMITS DEFINE THE NEXT STEP</vt:lpstr>
    </vt:vector>
  </TitlesOfParts>
  <Manager/>
  <Company>EcoLoop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EcoLoop Building Agents</dc:title>
  <dc:subject>A guardrailed local supervisory controller for EnergyPlus buildings</dc:subject>
  <dc:creator>Team EcoLoop</dc:creator>
  <keywords>EnergyPlus, MCP, Ollama, building controls, energy efficiency</keywords>
  <dc:description>Verified representative-week evidence: electricity increased 10.52% while occupied comfort compliance improved 22.54 percentage points.</dc:description>
  <lastModifiedBy>Team EcoLoop</lastModifiedBy>
  <revision>1</revision>
  <dcterms:created xsi:type="dcterms:W3CDTF">2026-07-26T13:50:26.0000000Z</dcterms:created>
  <dcterms:modified xsi:type="dcterms:W3CDTF">2026-07-26T13:50:54.0000000Z</dcterms:modified>
  <category>Software</category>
  <contentStatus>Verified evidence deck</contentStatus>
</coreProperties>
</file>