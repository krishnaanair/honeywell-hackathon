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 repository: https://github.com/Krishnaanair/honeywell-hackathon</a:t>
            </a:r>
          </a:p>
          <a:p>
            <a:r>
              <a:t>- Project brief: docs/presentation-content.md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Project architecture: docs/architecture.md</a:t>
            </a:r>
          </a:p>
          <a:p>
            <a:pPr>
              <a:spcBef>
                <a:spcPct val="0"/>
              </a:spcBef>
              <a:buNone/>
            </a:pPr>
            <a:r>
              <a:t>- Control policy and candidate limits: docs/control-policy.md</a:t>
            </a:r>
          </a:p>
          <a:p>
            <a:pPr>
              <a:spcBef>
                <a:spcPct val="0"/>
              </a:spcBef>
              <a:buNone/>
            </a:pPr>
            <a:r>
              <a:t>- MCP Python SDK: https://github.com/modelcontextprotocol/python-sdk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EnergyPlus 26.1 Data Exchange API: https://energyplus.readthedocs.io/en/v26.1.0/datatransfer_8h.html</a:t>
            </a:r>
          </a:p>
          <a:p>
            <a:pPr>
              <a:spcBef>
                <a:spcPct val="0"/>
              </a:spcBef>
              <a:buNone/>
            </a:pPr>
            <a:r>
              <a:t>- MCP Python SDK and FastMCP: https://github.com/modelcontextprotocol/python-sdk</a:t>
            </a:r>
          </a:p>
          <a:p>
            <a:pPr>
              <a:spcBef>
                <a:spcPct val="0"/>
              </a:spcBef>
              <a:buNone/>
            </a:pPr>
            <a:r>
              <a:t>- Ollama tool calling: https://docs.ollama.com/capabilities/tool-calling</a:t>
            </a:r>
          </a:p>
          <a:p>
            <a:pPr>
              <a:spcBef>
                <a:spcPct val="0"/>
              </a:spcBef>
              <a:buNone/>
            </a:pPr>
            <a:r>
              <a:t>- Project architecture: docs/architecture.md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Project control policy: docs/control-policy.md</a:t>
            </a:r>
          </a:p>
          <a:p>
            <a:pPr>
              <a:spcBef>
                <a:spcPct val="0"/>
              </a:spcBef>
              <a:buNone/>
            </a:pPr>
            <a:r>
              <a:t>- Evaluation methodology: docs/methodology.md</a:t>
            </a:r>
          </a:p>
          <a:p>
            <a:pPr>
              <a:spcBef>
                <a:spcPct val="0"/>
              </a:spcBef>
              <a:buNone/>
            </a:pPr>
            <a:r>
              <a:t>- Known deployment boundaries: docs/limitations.md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Verified comparison artifact: results\comparison.json</a:t>
            </a:r>
          </a:p>
          <a:p>
            <a:pPr>
              <a:spcBef>
                <a:spcPct val="0"/>
              </a:spcBef>
              <a:buNone/>
            </a:pPr>
            <a:r>
              <a:t>- Comparison SHA-256: 7fcf6609940d43641b3f53642f3ba46572d716278611dc389571fdace14ec1da</a:t>
            </a:r>
          </a:p>
          <a:p>
            <a:pPr>
              <a:spcBef>
                <a:spcPct val="0"/>
              </a:spcBef>
              <a:buNone/>
            </a:pPr>
            <a:r>
              <a:t>- Baseline run: baseline-20260726T105124Z-4adce000</a:t>
            </a:r>
          </a:p>
          <a:p>
            <a:pPr>
              <a:spcBef>
                <a:spcPct val="0"/>
              </a:spcBef>
              <a:buNone/>
            </a:pPr>
            <a:r>
              <a:t>- Agent run: agent-20260726T130255Z-65de6a32</a:t>
            </a:r>
          </a:p>
          <a:p>
            <a:pPr>
              <a:spcBef>
                <a:spcPct val="0"/>
              </a:spcBef>
              <a:buNone/>
            </a:pPr>
            <a:r>
              <a:t>- Electricity saving: 100 * (baseline - agent) / baseline = -10.524230747996784%</a:t>
            </a:r>
          </a:p>
          <a:p>
            <a:pPr>
              <a:spcBef>
                <a:spcPct val="0"/>
              </a:spcBef>
              <a:buNone/>
            </a:pPr>
            <a:r>
              <a:t>- Comfort compliance change: (100 - agent violation) - (100 - baseline violation) = 22.538461538461533 percentage points</a:t>
            </a:r>
          </a:p>
          <a:p>
            <a:pPr>
              <a:spcBef>
                <a:spcPct val="0"/>
              </a:spcBef>
              <a:buNone/>
            </a:pPr>
            <a:r>
              <a:t>- Evaluation method and publication gate: docs/methodology.md; docs/results.md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EnergyPlus 26.1 API: https://energyplus.readthedocs.io/en/v26.1.0/datatransfer_8h.html</a:t>
            </a:r>
          </a:p>
          <a:p>
            <a:pPr>
              <a:spcBef>
                <a:spcPct val="0"/>
              </a:spcBef>
              <a:buNone/>
            </a:pPr>
            <a:r>
              <a:t>- EnergyPlus 26.1 release: https://github.com/NatLabRockies/EnergyPlus/releases/tag/v26.1.0</a:t>
            </a:r>
          </a:p>
          <a:p>
            <a:pPr>
              <a:spcBef>
                <a:spcPct val="0"/>
              </a:spcBef>
              <a:buNone/>
            </a:pPr>
            <a:r>
              <a:t>- MCP Python SDK: https://github.com/modelcontextprotocol/python-sdk</a:t>
            </a:r>
          </a:p>
          <a:p>
            <a:pPr>
              <a:spcBef>
                <a:spcPct val="0"/>
              </a:spcBef>
              <a:buNone/>
            </a:pPr>
            <a:r>
              <a:t>- Ollama tool calling: https://docs.ollama.com/capabilities/tool-calling</a:t>
            </a:r>
          </a:p>
          <a:p>
            <a:pPr>
              <a:spcBef>
                <a:spcPct val="0"/>
              </a:spcBef>
              <a:buNone/>
            </a:pPr>
            <a:r>
              <a:t>- Project methodology and limitations: docs/methodology.md; docs/limitations.md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Comfort-max pair: baseline-20260726T151534Z-df519672 / agent-20260726T151601Z-4f076a27 (runs/agent-.../export/comparison.json)</a:t>
            </a:r>
          </a:p>
          <a:p>
            <a:r>
              <a:t>- Energy-lean pair: baseline-20260726T180508Z-48166652 / agent-20260726T180544Z-ea3913ad (verified comparison, 2026-07-26)</a:t>
            </a:r>
          </a:p>
          <a:p>
            <a:r>
              <a:t>- Replay proofs: replay-20260726T165649Z-6ff9f492, replay-20260726T171617Z-5ffa3497 (metrics digit-identical to sources)</a:t>
            </a:r>
          </a:p>
          <a:p>
            <a:r>
              <a:t>- Electricity change = 100 * (agent - baseline) / baseline; compliance from occupied zone telemetry (22-26 C operative)</a:t>
            </a:r>
          </a:p>
          <a:p>
            <a:r>
              <a:t>- Full validation record: docs/audit/FINAL_TEST_REPORT.md and docs/audit/INDEPENDENT_FINAL_AUDIT.md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070D9-4FBF-46A4-A5E1-DB148C36E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B0AEDB-CFD3-4BDD-BF9F-753975153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7FFA6-3045-44F4-A6A1-B173446C43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60792E3-D524-454C-8AFD-A91972900BCB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3006C-8676-4264-AA42-C008C8F6EB6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38EF0-6D7B-4F04-8E4B-DDA109556E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5B7E1BAA-A38D-40DE-B22C-DF9BD7D820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25D0A-331B-41AA-93AD-4AD29F13C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F11B9-331D-4635-8A7C-759E0D2AD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4339C-D0DC-4C08-B3C2-2EF8D7C0FE3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708B7524-32A2-4C20-A58C-BC3BAA1042FC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33034-467E-44D6-9623-1DED33F5C40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D2B2B-9CF2-4B9D-AFD4-0A04EF241A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77C3CE7-23F7-4828-823C-E0205DF2C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95342-1216-441D-94B8-1CA33DBB1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D29B6C-C098-412A-A039-ADE1EBF08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FE56-B332-400A-B2E0-CDFC650319D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1E994447-D6B2-43BB-A877-57F1A267B999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732F1-2EA0-4497-B4CA-4EADB91051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A3BBE-C682-45FC-9378-726F12E6B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41DB31D2-2A87-4F4C-A9AD-05C6CC2B321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B4258-56AF-4B48-810C-7FCEF5F18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A14E0-07D8-4D58-85A5-A8A8C2AB7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1481F0-8F56-48CD-AB5A-9556C8377FB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DC718DB-116C-4BE7-8309-93B64543E4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8920E16-BD35-483C-AA6B-346FC7E46DEA}" type="datetime1">
              <a:t>7/26/2026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5AF5815-FBD8-43FC-90C1-9F5568E6633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447494E-C1B4-4E6A-AE6C-3C67B14300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1FC16D9-1635-4844-816A-0A8A2160FAD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3C537-C35E-44F8-A002-B5C7F04F0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84C96-FABD-45DE-8C03-768458917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7FB5B1-1879-47EB-B8E4-B5CCE2AECA2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B75614-4AFF-4AB0-99D3-C49126DDB9F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C6C29-A5FA-4515-865C-DF59C4213FE4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1E68096-DDDE-4AEA-BA81-8772988BE4C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FEAC6F8-5103-4FC0-A69E-5C6AE6469DA8}" type="datetime1">
              <a:t>7/26/2026</a:t>
            </a:fld>
            <a:endParaRPr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6B26136-B2B8-4273-A417-FE9C03AB4D9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C931AB5-8116-4A58-B159-AE58AA3009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71C4100A-98DE-4944-910A-A93F5CA9F72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C1023-261D-45AC-AC9B-1EFB883F2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99B1A067-5112-4683-91AA-65F48F3FC4A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C60C6921-0627-4C8F-83D5-0CF936D2FFDD}" type="datetime1">
              <a:t>7/26/2026</a:t>
            </a:fld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B605648-D9D9-47FE-B068-452E51F94A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28CEDE6-488B-4C29-ACE1-529CE9EDCC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A63342B-5A73-45DC-864D-086DE78037E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8D185A1-D64A-4A46-B7DC-733AC289B35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FF08AD7-8103-40F8-983C-E2BA6BB9CBE0}" type="datetime1">
              <a:t>7/26/2026</a:t>
            </a:fld>
            <a:endParaRPr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A8F23293-FF52-4B3A-9ADA-9ADD1371F8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29C7732-1AB9-4A9F-95FD-9DEEB20EBE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B635AFB3-1ACD-44AC-8702-86B1729DF03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CF6C8-CDAD-4B31-A757-CA0A67B59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1D794-88EF-4AD2-B638-B2A216E14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0D6B0E-DB95-418C-93C0-967E48413CA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5D88A3E-AF21-415C-AE29-9F8976F0CAF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DF8C06B4-9380-4A4D-AF49-A3596E17DAF5}" type="datetime1">
              <a:t>7/26/2026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27071E5-6A4D-47C1-AC78-B331D3E6A6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B22657-30E7-43F3-B5D0-8C5DAD35A3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05CF15F3-5E77-4C57-9E21-50D6D1D6C0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C1962-29C2-49FC-ADE1-475C1A09A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1F4959-F748-4E95-A77E-5D2C06EA1D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buNone/>
            </a:pPr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206EC-CA62-4370-A36A-0837EB1A7A3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AC8466E-E322-49DA-A264-3204B5A873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F7FDEF1-C582-4E22-9E77-D68326471F28}" type="datetime1">
              <a:t>7/26/2026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4A054D6-4100-4BDC-9164-8C8AB632D12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8B760FB-5BD4-4F5B-ADEB-C041178C9D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1242169A-B3C7-4FB6-967F-AF95F4EB331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1E83-BBFD-46AB-9938-EFC7656FC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819601-9480-4949-834A-32718CB18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76802-2261-44D5-B926-367470A847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053C3A68-6922-42D3-8905-ECC2D82A3469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59500-1C0E-460A-9DF7-D7A6418E7A0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7F793-5A72-403F-9261-ABDBC2E57E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94FDD027-5576-4F27-AAB6-1D994836EE7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4E596-4D2E-4B9D-A11E-90BF080C9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3033DD-FD5B-46A8-B2F2-EC0D13501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C08FA-69FE-4F70-B4D2-EAF834BA02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CB69E9F4-7604-4950-A8B2-8ACDEDB1506E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A21C7D-25F6-45C5-8207-585C13C66E7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F5468-F170-4857-8FCC-DBB29791FB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957CE61-8714-431B-A40A-01B1C5541AB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CBA2214D-6727-405B-A805-31A270B50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ctr"/>
          <a:lstStyle/>
          <a:p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746F0B62-EC25-4328-AE4B-ED90CDC309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0BCF2-D5F3-4557-BDCD-28080833AAB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fld id="{780A9602-A9A9-453F-AEF1-37B5837E02CD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BF2EC-BA1E-4869-A61C-542F1BBCCE4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C02C2-741A-42C7-9E17-878C04F11CA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fld id="{1411BA53-830D-4830-BB65-E58DBE17D0B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Krishnaanair/honeywell-hackatho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r>
              <a:t>EcoLoop | Building Agents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D75FED6-38D0-DE9C-92C0-6E7FA635581C}" type="slidenum">
              <a:t>1</a:t>
            </a:fld>
            <a:endParaRPr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>
            <a:spLocks noGrp="1"/>
          </p:cNvSpPr>
          <p:nvPr/>
        </p:nvSpPr>
        <p:spPr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>
            <a:lvl1pPr marL="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  <a:lvl2pPr marL="4572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2pPr>
            <a:lvl3pPr marL="9144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3pPr>
            <a:lvl4pPr marL="13716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4pPr>
            <a:lvl5pPr marL="18288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5pPr>
            <a:lvl6pPr marL="22860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  <a:p>
            <a:r>
              <a:rPr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ECOLOOP BUILDING AGENTS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>
            <a:spLocks noGrp="1"/>
          </p:cNvSpPr>
          <p:nvPr/>
        </p:nvSpPr>
        <p:spPr>
          <a:xfrm>
            <a:off x="397274" y="1203454"/>
            <a:ext cx="592455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Problem: Static HVAC schedules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Solution: Guardrailed local control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Theme: Smart automation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Category: Software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Team: Krishnaa Nair — EcoLoop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Repository: </a:t>
            </a:r>
            <a:r>
              <a:rPr sz="2400" b="1">
                <a:latin typeface="Arial"/>
                <a:ea typeface="Arial"/>
                <a:cs typeface="Arial"/>
                <a:hlinkClick r:id="rId3"/>
              </a:rPr>
              <a:t>honeywell-hackathon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E1345004-420C-4811-9E4C-87C4CE9DE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buNone/>
            </a:pPr>
            <a:br/>
            <a:r>
              <a:rPr sz="3600" b="1">
                <a:latin typeface="Times New Roman"/>
                <a:ea typeface="Times New Roman"/>
                <a:cs typeface="Times New Roman"/>
              </a:rPr>
              <a:t>LOCAL CHOICE. SAFE CONTROL.</a:t>
            </a:r>
          </a:p>
        </p:txBody>
      </p:sp>
      <p:sp>
        <p:nvSpPr>
          <p:cNvPr id="15362" name="TextBox 8">
            <a:extLst>
              <a:ext uri="{FF2B5EF4-FFF2-40B4-BE49-F238E27FC236}">
                <a16:creationId xmlns:a16="http://schemas.microsoft.com/office/drawing/2014/main" id="{CB98D3DE-D621-492B-89FF-A746B2B12EA8}"/>
              </a:ext>
            </a:extLst>
          </p:cNvPr>
          <p:cNvSpPr>
            <a:spLocks noGrp="1"/>
          </p:cNvSpPr>
          <p:nvPr/>
        </p:nvSpPr>
        <p:spPr>
          <a:xfrm>
            <a:off x="-1" y="2064921"/>
            <a:ext cx="12191999" cy="283464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sz="3200" b="1" u="sng">
                <a:latin typeface="Arial"/>
                <a:ea typeface="Arial"/>
                <a:cs typeface="Arial"/>
              </a:rPr>
              <a:t>The model proposes; the safety layer decides</a:t>
            </a:r>
          </a:p>
          <a:p>
            <a:pPr marL="342900" indent="-342900">
              <a:buFont typeface="Arial"/>
              <a:buChar char="•"/>
            </a:pPr>
            <a:endParaRPr sz="3200" b="1" u="sng">
              <a:latin typeface="Arial"/>
              <a:ea typeface="Arial"/>
              <a:cs typeface="Arial"/>
            </a:endParaRPr>
          </a:p>
          <a:p>
            <a:pPr marL="342900" indent="-342900">
              <a:buFont typeface="Arial"/>
              <a:buChar char="•"/>
            </a:pPr>
            <a:endParaRPr sz="3200" b="1" u="sng">
              <a:latin typeface="Arial"/>
              <a:ea typeface="Arial"/>
              <a:cs typeface="Arial"/>
            </a:endParaRP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Sense: 15-minute telemetry becomes compact zone and building state.</a:t>
            </a: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 Choose: qwen3:8b uses real MCP tools to select a scored candidate.</a:t>
            </a: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Act: validation clamps or rejects; only safe setpoints reach the next callback.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D7C84-142A-4564-8331-FBC305D8CE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 b="1">
                <a:solidFill>
                  <a:schemeClr val="bg1"/>
                </a:solidFill>
              </a:rPr>
              <a:t>2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62886B-682D-4503-966E-8C4224291DB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chemeClr val="bg1"/>
                </a:solidFill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1144891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11AC0494-753F-46B9-8FB6-2118E7F94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ONE AUDITABLE LOOP, END TO END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30F2D4CB-2857-4389-A0B6-A58AC1D6BAEA}"/>
              </a:ext>
            </a:extLst>
          </p:cNvPr>
          <p:cNvSpPr>
            <a:spLocks noGrp="1"/>
          </p:cNvSpPr>
          <p:nvPr/>
        </p:nvSpPr>
        <p:spPr>
          <a:xfrm>
            <a:off x="609600" y="2533653"/>
            <a:ext cx="9385300" cy="265176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Control: EnergyPlus 26.1 → SQLite WAL → MCP stdio → local Ollama → safety validator → thermostat schedules.</a:t>
            </a: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Evidence: every proposal, clamp, action and later response is durable; EnergyPlus outputs verify energy, peak and comfort.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8D9D6-105E-41C4-882F-AA3F2ECAA2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rPr b="1">
                <a:solidFill>
                  <a:schemeClr val="bg1"/>
                </a:solidFill>
              </a:rPr>
              <a:t>3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AF3CCB9-DEA4-452D-8372-CF30A3BA7A7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chemeClr val="bg1"/>
                </a:solidFill>
              </a:rPr>
              <a:t>EcoLoop | Building Agents</a:t>
            </a:r>
          </a:p>
        </p:txBody>
      </p:sp>
      <p:pic>
        <p:nvPicPr>
          <p:cNvPr id="17411" name="Picture 17410" descr="chart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310128"/>
            <a:ext cx="7680960" cy="358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98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C33DADB9-9B47-4A8A-BDEC-7563D71B2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SAFETY FAILS CLOSED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BDBF8193-F8F6-4882-91BF-C493EF6D727C}"/>
              </a:ext>
            </a:extLst>
          </p:cNvPr>
          <p:cNvSpPr>
            <a:spLocks noGrp="1"/>
          </p:cNvSpPr>
          <p:nvPr/>
        </p:nvSpPr>
        <p:spPr>
          <a:xfrm>
            <a:off x="609600" y="2533653"/>
            <a:ext cx="9385300" cy="35052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Feasible now: official five-zone heat-pump model, discovered capabilities and no cloud key.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Failure-safe: stale or unsupported actions are rejected; timeout uses bounded fallback; repeated failures open the breaker.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Honest scaling: matched inputs gate claims; BACnet/MQTT deployment requires commissioning and site safeties.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3440D-E121-46B2-BBA2-0F63EBCC13E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FD6AB9A-5F9E-5F59-51AB-3C8734130965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  <a:endParaRPr sz="1200" b="1" i="0" u="none" cap="none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F7AA915-8344-4A54-BB36-4F687BE9D9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EVIDENCE BEFORE CLAIMS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>
            <a:spLocks noGrp="1"/>
          </p:cNvSpPr>
          <p:nvPr/>
        </p:nvSpPr>
        <p:spPr>
          <a:xfrm>
            <a:off x="609600" y="2533653"/>
            <a:ext cx="9385300" cy="307848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Electricity 1,126.96 → 1,245.56 kWh: 10.52% higher (saving -10.52%).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Comfort compliance 67.77% → 90.31%: +22.54 pp; PMV compliance 94.62% → 97.46%.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HVAC 461.79 → 580.39 kWh; peak 23.01 → 24.23 kW (5.32% higher).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Audit: 170 decisions | 0 timeout attempts | 11 fallbacks.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E5B3003-2C54-13C6-9832-7637201064DE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  <a:endParaRPr sz="1200" b="1" i="0" u="none" cap="none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EcoLoop | Building Agents</a:t>
            </a:r>
          </a:p>
        </p:txBody>
      </p:sp>
      <p:pic>
        <p:nvPicPr>
          <p:cNvPr id="17411" name="Picture 17410" descr="chart_week_ener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3611880"/>
            <a:ext cx="658368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THE MEASURED COMFORT/ENERGY DIAL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>
            <a:spLocks noGrp="1"/>
          </p:cNvSpPr>
          <p:nvPr/>
        </p:nvSpPr>
        <p:spPr>
          <a:xfrm>
            <a:off x="609600" y="2533653"/>
            <a:ext cx="9385300" cy="307848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verified one-day operating points, one policy dial: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Comfort-max: +9.53% kWh, compliance 69.6% → 90.4% (violations third).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Energy-lean: +2.09% kWh, compliance 69.6% → 81.9%, zero fallbacks.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Replays reproduce both retained runs digit-for-digit (170/170 actions).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E5B3003-2C54-13C6-9832-7637201064DE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  <a:endParaRPr sz="1200" b="1" i="0" u="none" cap="none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EcoLoop | Building Agents</a:t>
            </a:r>
          </a:p>
        </p:txBody>
      </p:sp>
      <p:pic>
        <p:nvPicPr>
          <p:cNvPr id="17411" name="Picture 17410" descr="chart_d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611880"/>
            <a:ext cx="658368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FBB70433-AF71-4830-95A8-CB25B24F9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LIMITS DEFINE THE NEXT STEP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AE67D00D-E8FB-4FA1-B94D-773FB79817D2}"/>
              </a:ext>
            </a:extLst>
          </p:cNvPr>
          <p:cNvSpPr>
            <a:spLocks noGrp="1"/>
          </p:cNvSpPr>
          <p:nvPr/>
        </p:nvSpPr>
        <p:spPr>
          <a:xfrm>
            <a:off x="609600" y="2795263"/>
            <a:ext cx="9385300" cy="35052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Foundation: official EnergyPlus 26.1 Runtime API, MCP Python SDK/FastMCP and Ollama tool calling.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Evidence boundary: Chicago TMY3, one reference heat-pump building and configured PMV assumptions; CO2 is unavailable.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Next: push the measured dial below baseline energy at the comfort boundary, then commission a BACnet/MQTT adapter with site-level safeties.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90F05-05D5-4E04-A0D8-B31B269692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8C630A04-5A25-9E0C-9436-126091DB86B3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  <a:endParaRPr sz="1200" b="1" i="0" u="none" cap="none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8CECE4C-6348-4DF9-B112-78E8F678D46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</Words>
  <Application>Microsoft Office PowerPoint</Application>
  <DocSecurity>0</DocSecurity>
  <PresentationFormat>Widescreen</PresentationFormat>
  <Paragraphs>74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Times New Roman</vt:lpstr>
      <vt:lpstr>TradeGothic</vt:lpstr>
      <vt:lpstr>Office Theme</vt:lpstr>
      <vt:lpstr>PowerPoint Presentation</vt:lpstr>
      <vt:lpstr> LOCAL CHOICE. SAFE CONTROL.</vt:lpstr>
      <vt:lpstr>ONE AUDITABLE LOOP, END TO END</vt:lpstr>
      <vt:lpstr>SAFETY FAILS CLOSED</vt:lpstr>
      <vt:lpstr>EVIDENCE BEFORE CLAIMS</vt:lpstr>
      <vt:lpstr>LIMITS DEFINE THE NEXT STEP</vt:lpstr>
    </vt:vector>
  </TitlesOfParts>
  <Manager/>
  <Company>EcoLoop</Company>
  <LinksUpToDate>false</LinksUpToDate>
  <SharedDoc>false</SharedDoc>
  <HyperlinksChanged>false</HyperlinksChanged>
  <AppVersion>16.0000</AppVersion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EcoLoop Building Agents</dc:title>
  <dc:subject>A guardrailed local supervisory controller for EnergyPlus buildings</dc:subject>
  <dc:creator>Team EcoLoop</dc:creator>
  <keywords>EnergyPlus, MCP, Ollama, building controls, energy efficiency</keywords>
  <dc:description>Verified representative-week evidence: electricity increased 10.52% while occupied comfort compliance improved 22.54 percentage points.</dc:description>
  <lastModifiedBy>Team EcoLoop</lastModifiedBy>
  <revision>1</revision>
  <dcterms:created xsi:type="dcterms:W3CDTF">2026-07-26T13:50:26.0000000Z</dcterms:created>
  <dcterms:modified xsi:type="dcterms:W3CDTF">2026-07-26T13:50:54.0000000Z</dcterms:modified>
  <category>Software</category>
  <contentStatus>Verified evidence deck</contentStatus>
</coreProperties>
</file>